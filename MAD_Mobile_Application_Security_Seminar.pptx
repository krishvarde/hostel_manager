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77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Mobile Application Security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6F1"/>
                </a:solidFill>
              </a:rPr>
              <a:t>Seminar on Mobile Application Development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Members: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Jay Chaudhary (12302080601041)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Class: IT1 (C8A)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Mobile App Security?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Protecting a mobile app, its data and its users from attacks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Phones carry personal data: photos, contacts, bank apps, location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Phones get lost, stolen and use public Wi-Fi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Apps run on devices we do not control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So security must be planned from the start, not added at the end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DCE6F1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Main goal: keep data Confidential, correct (Integrity) and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Brief History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0" cy="320040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280160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188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2004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First mobile virus (Cabir) spread by Bluetooth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8408" y="1965960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2008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874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Android and iOS app stores start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8408" y="2651760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2014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2560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OWASP publishes first Mobile Top 10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8408" y="3337560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2016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246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OWASP Mobile Top 10 updated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8408" y="4023360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3931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2024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New OWASP Mobile Top 10 released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0678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Important Concepts: OWASP Mobile Top 10 (2024)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M1 Improper credential usage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M2 Weak supply chain security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M3 Insecure authentication / authorization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M4 Poor input / output validation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M5 Insecure communication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M6 Weak privacy controls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M7 Weak binary protection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M8 Security misconfiguration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M9 Insecure data storage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M10 Weak cryptography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</a:rPr>
              <a:t>OWASP = an open group that lists the most common app security problems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Terms Explained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3774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09728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Proving who you are (password, OTP, fingerprint)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23774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Authorization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0136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What you are allowed to do after login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23774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054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50545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Turning data into unreadable code using a key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23774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954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HTTPS / TLS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20954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Secure connection between app and server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23774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136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Token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9136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 temporary pass the server gives after login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Works: Secure App 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737360" cy="914400"/>
          </a:xfrm>
          <a:prstGeom prst="rect">
            <a:avLst/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463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secure storage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(Keystore / Keychain)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1783080"/>
            <a:ext cx="365760" cy="274320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463040"/>
            <a:ext cx="1737360" cy="914400"/>
          </a:xfrm>
          <a:prstGeom prst="rect">
            <a:avLst/>
          </a:prstGeom>
          <a:solidFill>
            <a:srgbClr val="DCE6F1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463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HTTPS (TLS)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encrypted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connection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65760" cy="274320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1737360" cy="914400"/>
          </a:xfrm>
          <a:prstGeom prst="rect">
            <a:avLst/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API Server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checks token,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validates input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365760" cy="274320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463040"/>
            <a:ext cx="1737360" cy="914400"/>
          </a:xfrm>
          <a:prstGeom prst="rect">
            <a:avLst/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463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</a:rPr>
              <a:t>encrypted data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1. User logs in, server sends a token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2. App stores the token safely, not in plain text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3. Every request goes over HTTPS with the token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4. Server checks the token and the input before giving data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Tools and Technologies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10896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Languages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Kotlin / Java (Android)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Swift (iOS)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Dart (Flutter)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10896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Built-in Security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202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Android Keystore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iOS Keychain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Biometric APIs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10896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Tools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202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OWASP MASVS / MASTG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MobSF (scanner)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Burp Suite (traffic)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Real-World Applications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Banking and UPI apps: PIN, OTP, fingerprint login, encrypted data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WhatsApp: end-to-end encryption for messages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Google Pay / Paytm: tokenization hides real card numbers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Healthcare apps: protect patient records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Government apps (e.g. DigiLocker): secure login and documents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Benefits and Challenges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Benefits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User data stays safe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Users trust the app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Avoids money / legal loss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Better app store reputation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A33B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Challenges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Many device types and OS versions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Security can slow the app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Rooted / jailbroken phones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New attacks keep appearing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Demonstration: Insecure vs Secure Storage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A33B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Bad idea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3931920" cy="14630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prefs.edit()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.putString("password", pass)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.apply()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Saved as plain text.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Anyone with access can read 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Better idea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645920"/>
            <a:ext cx="3931920" cy="14630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Android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Keystore + encryption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Keychain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Key is kept in protected hardware / OS area.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</a:rPr>
              <a:t>Live demo / screenshots: add your app or MobSF scan screenshot here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Recent Developments and Future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Passkeys and biometrics replacing passwords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AI used to detect fraud and malware in apps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Privacy rules: Google Play data safety, Apple privacy labels, DPDP Act (India)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Zero-trust idea: never trust a device or request by default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Future: more on-device protection and safer supply chains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444444"/>
                </a:solidFill>
              </a:rPr>
              <a:t>Mobile apps handle sensitive data, so security is very important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444444"/>
                </a:solidFill>
              </a:rPr>
              <a:t>Most problems come from simple mistakes: weak storage, no HTTPS, weak login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444444"/>
                </a:solidFill>
              </a:rPr>
              <a:t>Follow OWASP guidelines and test the app before release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444444"/>
                </a:solidFill>
              </a:rPr>
              <a:t>Security is a continuous process, not a one-time task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OWASP Mobile Top 10 - owasp.org/www-project-mobile-top-10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OWASP MASVS and MASTG - mas.owasp.org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Android Developers: Security - developer.android.com/privacy-and-security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Apple Developer: Security - developer.apple.com/documentation/security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Add any books, papers or websites you actually used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716</Words>
  <Application>Microsoft Office PowerPoint</Application>
  <PresentationFormat>On-screen Show (16:9)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Chaudhary</cp:lastModifiedBy>
  <cp:revision>3</cp:revision>
  <dcterms:created xsi:type="dcterms:W3CDTF">2026-10-22T06:44:25Z</dcterms:created>
  <dcterms:modified xsi:type="dcterms:W3CDTF">2026-10-23T03:09:37Z</dcterms:modified>
</cp:coreProperties>
</file>